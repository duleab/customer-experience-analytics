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fe14bf3b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5fe14bf3b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fe14bf3b9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5fe14bf3b9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fe14bf3b9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5fe14bf3b9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fe14bf3b9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5fe14bf3b9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fe14bf3b9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5fe14bf3b9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fe14bf3b9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5fe14bf3b9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e14bf3b9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e14bf3b9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fe14bf3b9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5fe14bf3b9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5fe14bf3b9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5fe14bf3b9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44050" y="1448350"/>
            <a:ext cx="8222100" cy="22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5100"/>
              <a:t>Insight communication and Plotting for Stakeholders</a:t>
            </a:r>
            <a:endParaRPr sz="5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Stakeholder communication</a:t>
            </a:r>
            <a:endParaRPr sz="2000"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Purpose:</a:t>
            </a:r>
            <a:endParaRPr b="1" sz="16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-"/>
            </a:pPr>
            <a:r>
              <a:rPr lang="en-GB" sz="16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To highlight the critical role of effective stakeholder communication in project and organizational success, especially in data-driven fintech environments.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-"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Stakeholder communication is an important skill for every project that involves them. 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-"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Communicating </a:t>
            </a:r>
            <a:r>
              <a:rPr i="1"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effectively </a:t>
            </a: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with your stakeholders can make all the difference when it comes to building 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Strategic relationships,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Increasing your influence, 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Making smarter decisions, and managing risk. 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  <a:buSzPts val="990"/>
              <a:buNone/>
            </a:pPr>
            <a:r>
              <a:rPr b="1" lang="en-GB" sz="1979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Understanding Your Stakeholders</a:t>
            </a:r>
            <a:endParaRPr b="1" sz="1979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700"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60960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Who are your stakeholders? (e.g., product managers, executives, compliance, clients)</a:t>
            </a:r>
            <a:endParaRPr sz="16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609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What do they care about? (risk, ROI, compliance, user growth, etc.)</a:t>
            </a:r>
            <a:endParaRPr sz="16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609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Tailoring your message: technical vs. non-technical audiences</a:t>
            </a:r>
            <a:endParaRPr sz="16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2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en-GB" sz="21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Principles of Effective Insight Communication</a:t>
            </a:r>
            <a:endParaRPr b="1" sz="2100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D4D4D4"/>
              </a:solidFill>
              <a:highlight>
                <a:srgbClr val="25252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6096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Clarity: Avoid jargon, use simple language</a:t>
            </a:r>
            <a:endParaRPr sz="16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609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Relevance: Focus on actionable insights, not just data</a:t>
            </a:r>
            <a:endParaRPr sz="16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609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Context: Provide background and explain why the insight matters</a:t>
            </a:r>
            <a:endParaRPr sz="16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609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Storytelling: Use narrative to connect data to business outcomes</a:t>
            </a:r>
            <a:endParaRPr sz="16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highlight>
                  <a:schemeClr val="lt1"/>
                </a:highlight>
              </a:rPr>
              <a:t> </a:t>
            </a:r>
            <a:r>
              <a:rPr b="1" lang="en-GB" sz="22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Plotting and Visualization Best Practices</a:t>
            </a:r>
            <a:endParaRPr b="1" sz="2200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60960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Choosing the right chart for the data (bar, line, scatter, heatmap, etc.)</a:t>
            </a:r>
            <a:endParaRPr sz="12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609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Avoiding misleading visuals (axis manipulation, cherry-picking data)</a:t>
            </a:r>
            <a:endParaRPr sz="12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en-GB" sz="8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b="1" sz="88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4956" lvl="0" marL="13716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88"/>
              <a:buFont typeface="Arial"/>
              <a:buChar char="●"/>
            </a:pPr>
            <a:r>
              <a:rPr lang="en-GB" sz="8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chart showing sales growth from $100 to $105 might use a Y-axis from $100 to $106.</a:t>
            </a:r>
            <a:br>
              <a:rPr lang="en-GB" sz="8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88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4956" lvl="1" marL="18288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8"/>
              <a:buFont typeface="Arial"/>
              <a:buAutoNum type="alphaLcPeriod"/>
            </a:pPr>
            <a:r>
              <a:rPr lang="en-GB" sz="8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 It would </a:t>
            </a:r>
            <a:r>
              <a:rPr i="1" lang="en-GB" sz="8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look</a:t>
            </a:r>
            <a:r>
              <a:rPr lang="en-GB" sz="8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like a huge spike, even though the actual change is small.</a:t>
            </a:r>
            <a:br>
              <a:rPr lang="en-GB" sz="8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88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4956" lvl="0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8"/>
              <a:buFont typeface="Arial"/>
              <a:buChar char="●"/>
            </a:pPr>
            <a:r>
              <a:rPr lang="en-GB" sz="8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fair chart might start from $0 or show the full context.</a:t>
            </a:r>
            <a:endParaRPr sz="88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688"/>
              <a:buNone/>
            </a:pPr>
            <a:r>
              <a:rPr b="1" lang="en-GB" sz="101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Cherry-Picking Data</a:t>
            </a:r>
            <a:endParaRPr b="1" sz="101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-GB" sz="8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means </a:t>
            </a:r>
            <a:r>
              <a:rPr b="1" lang="en-GB" sz="8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only showing a selective slice</a:t>
            </a:r>
            <a:r>
              <a:rPr lang="en-GB" sz="8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the data that supports a narrative and hiding the rest.</a:t>
            </a:r>
            <a:endParaRPr sz="88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2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60960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Color and accessibility considerations</a:t>
            </a:r>
            <a:endParaRPr sz="12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609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Annotating plots for clarity (labels, highlights, callouts)</a:t>
            </a:r>
            <a:endParaRPr sz="12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609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Tools commonly used in fintech (Matplotlib, Seaborn, Plotly, Tableau, Power BI)</a:t>
            </a:r>
            <a:endParaRPr sz="12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200">
              <a:solidFill>
                <a:srgbClr val="000000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GB" sz="22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Fintech-Specific Visualization</a:t>
            </a:r>
            <a:endParaRPr b="1" sz="2200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311700" y="1017800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60960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Time series for transaction volumes, fraud detection, or market trends</a:t>
            </a:r>
            <a:endParaRPr sz="16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609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Risk scoring and credit modeling visualizations</a:t>
            </a:r>
            <a:endParaRPr sz="16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GB" sz="12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Banks use </a:t>
            </a:r>
            <a:r>
              <a:rPr b="1" lang="en-GB" sz="12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credit modeling</a:t>
            </a:r>
            <a:r>
              <a:rPr lang="en-GB" sz="12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approve loans.</a:t>
            </a:r>
            <a:endParaRPr sz="120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GB" sz="12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Risk dashboards show how risky a user is to default or commit fraud.</a:t>
            </a:r>
            <a:endParaRPr sz="1708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60960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Customer segmentation and cohort analysis</a:t>
            </a:r>
            <a:endParaRPr sz="16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Segmentation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Grouping customers by behavior, demographics, purchase history, etc.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Cohort analysis</a:t>
            </a:r>
            <a:r>
              <a:rPr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Grouping users by </a:t>
            </a: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they joined or interacted</a:t>
            </a: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tracking how they behave over time.</a:t>
            </a:r>
            <a:endParaRPr sz="17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60960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Compliance and anomaly detection dashboards</a:t>
            </a:r>
            <a:endParaRPr sz="16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Compliance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dashboards track if the organization is meeting regulatory and legal standards.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Anomaly detection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looks for unusual patterns (e.g., sudden login attempts, unexpected money movements).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311700" y="1289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  <a:buSzPts val="990"/>
              <a:buNone/>
            </a:pPr>
            <a:r>
              <a:rPr b="1" lang="en-GB" sz="205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Why Stakeholder Communication Matters for Fintech Data Science Developers</a:t>
            </a:r>
            <a:endParaRPr b="1" sz="2050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700"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Ensures Data Insights Drive Real Business Value</a:t>
            </a:r>
            <a:endParaRPr sz="16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7620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Aligns analysis with stakeholder needs and business goals</a:t>
            </a:r>
            <a:endParaRPr sz="16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762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Prevents wasted effort on irrelevant or misunderstood analysis</a:t>
            </a:r>
            <a:endParaRPr sz="16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Facilitates Clear Requirement Gathering</a:t>
            </a:r>
            <a:endParaRPr sz="16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7620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Helps clarify ambiguous requests and data questions</a:t>
            </a:r>
            <a:endParaRPr sz="16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762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Reduces rework by confirming expectations early</a:t>
            </a:r>
            <a:endParaRPr sz="16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Builds Trust in Data and Models</a:t>
            </a:r>
            <a:endParaRPr sz="16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7620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Transparent communication about data sources, limitations, and model assumptions</a:t>
            </a:r>
            <a:endParaRPr sz="16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762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Increases stakeholder confidence in recommendations</a:t>
            </a:r>
            <a:endParaRPr sz="16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311700" y="1073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cont…</a:t>
            </a:r>
            <a:endParaRPr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311700" y="715150"/>
            <a:ext cx="8520600" cy="39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GB" sz="1679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Enables Actionable Outcomes</a:t>
            </a:r>
            <a:endParaRPr sz="1679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5280" lvl="0" marL="7620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Arial"/>
              <a:buChar char="●"/>
            </a:pPr>
            <a:r>
              <a:rPr lang="en-GB" sz="1679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Translates complex findings into clear, actionable steps for business teams</a:t>
            </a:r>
            <a:endParaRPr sz="1679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5280" lvl="0" marL="762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Arial"/>
              <a:buChar char="●"/>
            </a:pPr>
            <a:r>
              <a:rPr lang="en-GB" sz="1679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Bridges the gap between technical results and business decisions</a:t>
            </a:r>
            <a:endParaRPr sz="1679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GB" sz="1679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Supports Regulatory and Compliance Needs</a:t>
            </a:r>
            <a:endParaRPr sz="1679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5280" lvl="0" marL="7620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Arial"/>
              <a:buChar char="●"/>
            </a:pPr>
            <a:r>
              <a:rPr lang="en-GB" sz="1679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Ensures stakeholders understand compliance implications of data solutions</a:t>
            </a:r>
            <a:endParaRPr sz="1679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5280" lvl="0" marL="762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Arial"/>
              <a:buChar char="●"/>
            </a:pPr>
            <a:r>
              <a:rPr lang="en-GB" sz="1679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Helps document and explain model decisions for audits</a:t>
            </a:r>
            <a:endParaRPr sz="1679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GB" sz="1679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Reduces Project Risk</a:t>
            </a:r>
            <a:endParaRPr sz="1679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5280" lvl="0" marL="7620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Arial"/>
              <a:buChar char="●"/>
            </a:pPr>
            <a:r>
              <a:rPr lang="en-GB" sz="1679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Early identification of potential data or implementation issues</a:t>
            </a:r>
            <a:endParaRPr sz="1679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5280" lvl="0" marL="762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Arial"/>
              <a:buChar char="●"/>
            </a:pPr>
            <a:r>
              <a:rPr lang="en-GB" sz="1679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Encourages feedback that can catch problems before deployment</a:t>
            </a:r>
            <a:endParaRPr sz="1679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679">
              <a:solidFill>
                <a:srgbClr val="000000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Note</a:t>
            </a:r>
            <a:endParaRPr/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311700" y="15109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i="1" lang="en-GB" sz="2400">
                <a:solidFill>
                  <a:srgbClr val="1C4587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Effective stakeholder communication is not just a soft skill—it’s a strategic advantage, especially in fintech where data, trust, and compliance are paramount. Let’s explore how we can communicate insights more effectively to drive success.</a:t>
            </a:r>
            <a:endParaRPr i="1" sz="2400">
              <a:solidFill>
                <a:srgbClr val="1C4587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idx="1" type="body"/>
          </p:nvPr>
        </p:nvSpPr>
        <p:spPr>
          <a:xfrm>
            <a:off x="311700" y="18045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4800">
                <a:solidFill>
                  <a:schemeClr val="accent3"/>
                </a:solidFill>
              </a:rPr>
              <a:t>Any Questions?</a:t>
            </a:r>
            <a:endParaRPr sz="48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