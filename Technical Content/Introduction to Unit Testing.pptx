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5C77BB-D457-42B5-A9B3-FAB182B31E8A}">
  <a:tblStyle styleId="{AF5C77BB-D457-42B5-A9B3-FAB182B31E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aleway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d0fcc51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d0fcc51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8f76547f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8f76547f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8f76547f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8f76547f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58f76547f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58f76547f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8f76547f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8f76547f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8f76547f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8f76547f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8f76547f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8f76547f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c7706a11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c7706a11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python.org/3/library/unittest.html" TargetMode="External"/><Relationship Id="rId4" Type="http://schemas.openxmlformats.org/officeDocument/2006/relationships/hyperlink" Target="https://realpython.com/python-unittest/" TargetMode="External"/><Relationship Id="rId5" Type="http://schemas.openxmlformats.org/officeDocument/2006/relationships/hyperlink" Target="https://www.geeksforgeeks.org/unit-testing-python-unittest/" TargetMode="External"/><Relationship Id="rId6" Type="http://schemas.openxmlformats.org/officeDocument/2006/relationships/hyperlink" Target="https://www.freecodecamp.org/news/unit-testing-in-python/" TargetMode="External"/><Relationship Id="rId7" Type="http://schemas.openxmlformats.org/officeDocument/2006/relationships/hyperlink" Target="https://www.lambdatest.com/learning-hub/python-unittest" TargetMode="External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Introduction to Unit Testing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Introduction to Unit Testing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Unit testing involves testing individual components of software, such as functions or classes, in isolation to ensure they function as intended.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It helps v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erify that each unit of code works correctly before integration with other parts of the system.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Importance: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Catches bugs early, reducing debugging time and costs.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Improves code quality and reliability.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Acts as documentation, showing expected behavior.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Supports modular design, easing refactoring and maintenance.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Benefits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Early detection of defects.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Simplified debugging process.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Enhanced confidence in code changes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Facilitates continuous integration.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Unit Testing in Python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Frameworks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unittest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Built into Python’s standard library since version 2.1, inspired by JUnit. Ideal for structured, object-oriented testing.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pytest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A third-party framework with simpler syntax and powerful features, but requires installation.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This tutorial uses unittest for its accessibility and widespread use in Python projects.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Key Concepts: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Test Fixture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Setup and cleanup for tests (e.g., creating temporary files or databases).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Test Case: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 A single test checking a specific behavior, created by subclassing unittest.TestCase.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Test Suite: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 A collection of test cases or suites for organized execution.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Test Runner: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 Executes tests and reports results (e.g., pass, fail, or error).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Running Tests: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 Use python -m unittest or include unittest.main() in test scripts.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Basic Example - Testing the abs() Function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Test Python’s built-in abs() function to ensure it returns the absolute value of a number.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Explanation: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The TestAbsFunction class inherits from unittest.TestCase.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Three test methods check abs() for positive, negative, and zero inputs.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assertEqual verifies that the function’s output matches the expected result.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8305" y="1138825"/>
            <a:ext cx="3159575" cy="286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Assertion Methods in unittest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The unittest.TestCase class provides a variety of assertion methods to verify the behavior of your code.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These methods allow you to check if the expected output matches the actual output, among other conditions.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All assertion methods can take an optional msg parameter, which is used as the error message if the assertion fai</a:t>
            </a: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ls.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Below is a comprehensive list of assertion methods available in Python’s unittest framework.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" name="Google Shape;85;p17"/>
          <p:cNvGraphicFramePr/>
          <p:nvPr/>
        </p:nvGraphicFramePr>
        <p:xfrm>
          <a:off x="800200" y="170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{AF5C77BB-D457-42B5-A9B3-FAB182B31E8A}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Method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Checks That 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assertEqual(a, b, msg=None)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a == 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assertTrue(x, msg=None)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bool(x) is 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assertIs(a, b, msg=None)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a is 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assertIsNone(x, msg=None)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x is None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assertIn(a, b, msg=None)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a in 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assertGreater(a, b, msg=None)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a &gt; 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assertListEqual(a, b, msg=None)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/>
                        <a:t>Lists a and b are equal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20">
                <a:latin typeface="Raleway"/>
                <a:ea typeface="Raleway"/>
                <a:cs typeface="Raleway"/>
                <a:sym typeface="Raleway"/>
              </a:rPr>
              <a:t>Commonly Used unittest Methods Besides Assertions</a:t>
            </a:r>
            <a:endParaRPr sz="242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159400" y="726950"/>
            <a:ext cx="8895300" cy="43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Raleway"/>
                <a:ea typeface="Raleway"/>
                <a:cs typeface="Raleway"/>
                <a:sym typeface="Raleway"/>
              </a:rPr>
              <a:t>In addition to assertion methods, unittest provides several non-assertion methods and decorators that are essential for managing test environments, organizing tests, and ensuring test isolation. Below is a detailed list of commonly used methods, with examples to illustrate their practical application.</a:t>
            </a:r>
            <a:endParaRPr sz="1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300">
                <a:latin typeface="Raleway"/>
                <a:ea typeface="Raleway"/>
                <a:cs typeface="Raleway"/>
                <a:sym typeface="Raleway"/>
              </a:rPr>
              <a:t>Setup and Teardown Methods</a:t>
            </a:r>
            <a:endParaRPr b="1" sz="13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8"/>
          <p:cNvGraphicFramePr/>
          <p:nvPr/>
        </p:nvGraphicFramePr>
        <p:xfrm>
          <a:off x="159400" y="188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{AF5C77BB-D457-42B5-A9B3-FAB182B31E8A}</a:tableStyleId>
              </a:tblPr>
              <a:tblGrid>
                <a:gridCol w="2852125"/>
                <a:gridCol w="6043175"/>
              </a:tblGrid>
              <a:tr h="34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Method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Checks That 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508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/>
                        <a:t>setUp()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/>
                        <a:t>Called before each test method to set up the test fixture (e.g., initializing objects or data). Ensures each test starts with a clean environment.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0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/>
                        <a:t>tearDown()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/>
                        <a:t>Called after each test method to clean up resources (e.g., deleting temporary files or closing connections).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24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/>
                        <a:t>setUpClass()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/>
                        <a:t>A class method called once before all test methods in the class. Used for setting up shared resources (e.g., a database connection).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87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/>
                        <a:t>tearDownClass()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/>
                        <a:t>A class method called once after all test methods in the class. Used for cleaning up shared resources.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/>
                        <a:t>setUpModule()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/>
                        <a:t>A module-level function run before all test cases in the module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/>
                        <a:t>tearDownModule()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/>
                        <a:t>A module-level function run after all test cases in the module.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Best Practices for Unit Testing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Write Tests First (Test-Driven Development - TDD):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 Define tests before coding to clarify requirements.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Keep Tests Independent: 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Ensure tests don’t rely on each other to avoid cascading failures.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Use Mocking for Dependencies: 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Mock external resources (e.g., databases, APIs) to isolate units.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Test Edge Cases: 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Cover boundary values, invalid inputs, and error conditions.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Automate Testing: 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Integrate tests into CI/CD pipelines for continuous validation.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Use Descriptive Test Names</a:t>
            </a: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Name tests clearly (e.g., test_negative_age) to indicate purpose.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References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Official Python Documentation: unittest — Unit testing framework</a:t>
            </a:r>
            <a:endParaRPr sz="1500" u="sng">
              <a:solidFill>
                <a:schemeClr val="hlink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Real Python: Python's unittest: Writing Unit Tests for Your Code</a:t>
            </a:r>
            <a:endParaRPr sz="1500" u="sng">
              <a:solidFill>
                <a:schemeClr val="hlink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GeeksforGeeks: Unit Testing in Python using unittest Framework</a:t>
            </a:r>
            <a:endParaRPr sz="1500" u="sng">
              <a:solidFill>
                <a:schemeClr val="hlink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6"/>
              </a:rPr>
              <a:t>FreeCodeCamp: How to Write Unit Tests in Python</a:t>
            </a:r>
            <a:endParaRPr sz="1500" u="sng">
              <a:solidFill>
                <a:schemeClr val="hlink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-GB" sz="15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7"/>
              </a:rPr>
              <a:t>LambdaTest: Unit Testing in Python: Comprehensive Guide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Any questions?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